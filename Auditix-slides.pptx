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com a demonstração ao vivo, não com o slide. A queda dispara em 3 segundos na tela do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é o momento de abrir o deck em HTML e clicar num elo na frente da banca.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primeira é a que fecha a venda. Segurança comove; risco jurídico faz a diretoria assinar.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perguntarem tamanho de mercado: dizer que o dado vem do Censo Escolar do INEP e que o preço praticado sai de conversa com escolas, e que nenhum dos dois foi estimado por nós.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FB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AUDITIX IA</a:t>
            </a:r>
            <a:pPr indent="0" marL="0">
              <a:buNone/>
            </a:pPr>
            <a:r>
              <a:rPr lang="en-US" sz="1100" spc="300" kern="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GRUPO 11  ·  2ECR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43000"/>
            <a:ext cx="5669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Ninguém</a:t>
            </a:r>
            <a:endParaRPr lang="en-US" sz="54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estava</a:t>
            </a:r>
            <a:endParaRPr lang="en-US" sz="54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olhando.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977640"/>
            <a:ext cx="5669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câmera comum grava a queda e guarda o arquivo. Alguém descobre horas depois, se descobrir. O Auditix vê no instante, avisa um humano e deixa um registro que não dá para alterar sem aparecer.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5257800"/>
            <a:ext cx="32004" cy="868680"/>
          </a:xfrm>
          <a:prstGeom prst="rect">
            <a:avLst/>
          </a:prstGeom>
          <a:solidFill>
            <a:srgbClr val="3FBF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6968" y="525780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não é acusação.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561441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mede pose e movimento. Ele não sabe o que aconteceu, nem quem tem razão.</a:t>
            </a:r>
            <a:endParaRPr lang="en-US" sz="1300" dirty="0"/>
          </a:p>
        </p:txBody>
      </p:sp>
      <p:pic>
        <p:nvPicPr>
          <p:cNvPr id="8" name="Image 0" descr="./ppt/queda-cor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828800"/>
            <a:ext cx="4800600" cy="27157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720840" y="46634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Sala, no instante do alerta. A faixa mostra o que o sistema mede.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Auditix IA  ·  grupo 11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45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EXISTE HOJE NUMA ESCOLA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6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Câmera não é vigilância.</a:t>
            </a:r>
            <a:endParaRPr lang="en-US" sz="36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6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arquivo morto.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4688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coisas falham juntas, e sempre na mesma ordem.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3017520"/>
            <a:ext cx="3410712" cy="2148840"/>
          </a:xfrm>
          <a:prstGeom prst="roundRect">
            <a:avLst>
              <a:gd name="adj" fmla="val 4255"/>
            </a:avLst>
          </a:prstGeom>
          <a:solidFill>
            <a:srgbClr val="17211C"/>
          </a:solidFill>
          <a:ln w="12700">
            <a:solidFill>
              <a:srgbClr val="2432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32461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FB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FALHA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Ninguém olha ao vivo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39776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vídeo só é aberto depois que alguém reclama. Aí o socorro já não é socorro.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0832" y="3017520"/>
            <a:ext cx="3410712" cy="2148840"/>
          </a:xfrm>
          <a:prstGeom prst="roundRect">
            <a:avLst>
              <a:gd name="adj" fmla="val 4255"/>
            </a:avLst>
          </a:prstGeom>
          <a:solidFill>
            <a:srgbClr val="17211C"/>
          </a:solidFill>
          <a:ln w="12700">
            <a:solidFill>
              <a:srgbClr val="2432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26864" y="32461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FB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FALHA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626864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registro é frágil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26864" y="39776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se apaga, se corta, se sobrescreve. Numa disputa, ele vale o quanto a confiança nele permitir.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55864" y="3017520"/>
            <a:ext cx="3410712" cy="2148840"/>
          </a:xfrm>
          <a:prstGeom prst="roundRect">
            <a:avLst>
              <a:gd name="adj" fmla="val 4255"/>
            </a:avLst>
          </a:prstGeom>
          <a:solidFill>
            <a:srgbClr val="17211C"/>
          </a:solidFill>
          <a:ln w="12700">
            <a:solidFill>
              <a:srgbClr val="2432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11896" y="32461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FB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FALHA 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311896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Vigiar é caro e invasivo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311896" y="39776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saída comum é gravar mais, de todos, o tempo todo. Mais risco para o aluno, nenhuma resposta a mais.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D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que guiou o projeto: dá para avisar na hora sem transformar a sala num estúdio de gravação?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Auditix IA  ·  grupo 11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3FB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NÃO É MAQUETE, ESTÁ RODANDO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6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já funciona hoje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10312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 nos 4.509 clipes do Fall Vision (Harvard Dataverse, CC0). Nada aqui é estimativa.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788920"/>
            <a:ext cx="27432" cy="1234440"/>
          </a:xfrm>
          <a:prstGeom prst="rect">
            <a:avLst/>
          </a:prstGeom>
          <a:solidFill>
            <a:srgbClr val="3FBF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743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FB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29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quedas detectadas a 30 quadros por segundo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47288" y="2788920"/>
            <a:ext cx="27432" cy="1234440"/>
          </a:xfrm>
          <a:prstGeom prst="rect">
            <a:avLst/>
          </a:prstGeom>
          <a:solidFill>
            <a:srgbClr val="2432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30168" y="2743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4.509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3630168" y="3429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clipes com esqueleto quadro a quadro no treino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08776" y="2788920"/>
            <a:ext cx="27432" cy="1234440"/>
          </a:xfrm>
          <a:prstGeom prst="rect">
            <a:avLst/>
          </a:prstGeom>
          <a:solidFill>
            <a:srgbClr val="2432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91656" y="2743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391656" y="3429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para fora: roda sem internet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70264" y="2788920"/>
            <a:ext cx="27432" cy="1234440"/>
          </a:xfrm>
          <a:prstGeom prst="rect">
            <a:avLst/>
          </a:prstGeom>
          <a:solidFill>
            <a:srgbClr val="2432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53144" y="2743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9153144" y="3429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de teste automático, do detector ao e-mail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4206240"/>
            <a:ext cx="10789920" cy="0"/>
          </a:xfrm>
          <a:prstGeom prst="line">
            <a:avLst/>
          </a:prstGeom>
          <a:noFill/>
          <a:ln w="12700">
            <a:solidFill>
              <a:srgbClr val="2432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42611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 auditada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200400" y="42611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de até 6 pessoas, linha do chão calibrável, e um alerta por episódio, não dezenove.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590288"/>
            <a:ext cx="10789920" cy="0"/>
          </a:xfrm>
          <a:prstGeom prst="line">
            <a:avLst/>
          </a:prstGeom>
          <a:noFill/>
          <a:ln w="12700">
            <a:solidFill>
              <a:srgbClr val="2432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46451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medidas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200400" y="4645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por rede treinada. Corrida e briga por regra, e a tela diz qual é qual.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4974336"/>
            <a:ext cx="10789920" cy="0"/>
          </a:xfrm>
          <a:prstGeom prst="line">
            <a:avLst/>
          </a:prstGeom>
          <a:noFill/>
          <a:ln w="12700">
            <a:solidFill>
              <a:srgbClr val="2432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50292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Câmera IP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3200400" y="5029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para ponte local para WebRTC. Fração de segundo de atraso, e a imagem não sai da escola.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" y="5358384"/>
            <a:ext cx="10789920" cy="0"/>
          </a:xfrm>
          <a:prstGeom prst="line">
            <a:avLst/>
          </a:prstGeom>
          <a:noFill/>
          <a:ln w="12700">
            <a:solidFill>
              <a:srgbClr val="24322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54132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3200400" y="5413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da cadeia, série por dia, mapa de ocupação e quem sumiu.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" y="5742432"/>
            <a:ext cx="10789920" cy="0"/>
          </a:xfrm>
          <a:prstGeom prst="line">
            <a:avLst/>
          </a:prstGeom>
          <a:noFill/>
          <a:ln w="12700">
            <a:solidFill>
              <a:srgbClr val="2432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57972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3200400" y="57972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em segundos, com espera mínima entre avisos para a caixa continuar sendo lida.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Auditix IA  ·  grupo 11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3FB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DENTRO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6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camadas, e nenhuma</a:t>
            </a:r>
            <a:endParaRPr lang="en-US" sz="36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6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delas confia sozinha.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4688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uma erra de um jeito diferente. Por isso são quatro, e por isso cada corte foi medido, não escolhido no olho.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3017520"/>
            <a:ext cx="2578608" cy="2651760"/>
          </a:xfrm>
          <a:prstGeom prst="roundRect">
            <a:avLst>
              <a:gd name="adj" fmla="val 3546"/>
            </a:avLst>
          </a:prstGeom>
          <a:solidFill>
            <a:srgbClr val="17211C"/>
          </a:solidFill>
          <a:ln w="12700">
            <a:solidFill>
              <a:srgbClr val="2432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05256" y="32004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3FB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CAMADA 1 · POSE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05256" y="345643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pontos do corpo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05256" y="4078224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Ombro, quadril, joelho. A imagem vira geometria antes de qualquer decisão.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05256" y="5029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nenhum quadro é guardado nesta etapa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47288" y="3017520"/>
            <a:ext cx="2578608" cy="2651760"/>
          </a:xfrm>
          <a:prstGeom prst="roundRect">
            <a:avLst>
              <a:gd name="adj" fmla="val 3546"/>
            </a:avLst>
          </a:prstGeom>
          <a:solidFill>
            <a:srgbClr val="17211C"/>
          </a:solidFill>
          <a:ln w="12700">
            <a:solidFill>
              <a:srgbClr val="2432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66744" y="32004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3FB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CAMADA 2 · REGRAS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666744" y="345643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Tronco, altura, proporção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66744" y="4078224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mais larga que alta, corpo abaixo da própria altura, tronco fora da vertical.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666744" y="5029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caixa &gt; 1,2 = 89% das quedas, 10% de falso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08776" y="3017520"/>
            <a:ext cx="2578608" cy="2651760"/>
          </a:xfrm>
          <a:prstGeom prst="roundRect">
            <a:avLst>
              <a:gd name="adj" fmla="val 3546"/>
            </a:avLst>
          </a:prstGeom>
          <a:solidFill>
            <a:srgbClr val="17211C"/>
          </a:solidFill>
          <a:ln w="12700">
            <a:solidFill>
              <a:srgbClr val="2432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8232" y="32004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3FB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CAMADA 3 · REDE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428232" y="345643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rede pequena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28232" y="4078224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atributos, 113 pesos. Fora do que viu no treino, ela se cala em vez de chutar.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28232" y="5029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freio custa 0,2 ponto de revocação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970264" y="3017520"/>
            <a:ext cx="2578608" cy="2651760"/>
          </a:xfrm>
          <a:prstGeom prst="roundRect">
            <a:avLst>
              <a:gd name="adj" fmla="val 3546"/>
            </a:avLst>
          </a:prstGeom>
          <a:solidFill>
            <a:srgbClr val="17211C"/>
          </a:solidFill>
          <a:ln w="12700">
            <a:solidFill>
              <a:srgbClr val="2432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89720" y="32004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3FB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CAMADA 4 · CHÃO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345643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linha do chão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189720" y="4078224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câmera fixa, cabeça abaixo da linha é queda. Sem depender de mais nada.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189720" y="5029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vale por câmera; mexeu nela, marca de novo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8978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 de quadros por segundo, medido:  30 fps = 89%   ·   15 fps = 87%   ·   10 fps = 86%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Auditix IA  ·  grupo 11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3FB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PARTE QUE NINGUÉM COPIA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6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evento fecha o anterior.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1945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guarda o resumo da anterior. Adulterar uma antiga quebra a corrente dali para a frente. As anteriores continuam válidas.</a:t>
            </a:r>
            <a:endParaRPr lang="en-US" sz="1500" dirty="0"/>
          </a:p>
        </p:txBody>
      </p:sp>
      <p:pic>
        <p:nvPicPr>
          <p:cNvPr id="5" name="Image 0" descr="./ppt/cade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063240"/>
            <a:ext cx="10817352" cy="10058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4160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5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Adulterado o evento #223: ele e todos os seguintes deixam de fechar.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85800" y="4800600"/>
            <a:ext cx="10789920" cy="0"/>
          </a:xfrm>
          <a:prstGeom prst="line">
            <a:avLst/>
          </a:prstGeom>
          <a:noFill/>
          <a:ln w="12700">
            <a:solidFill>
              <a:srgbClr val="2432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49103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fica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200400" y="49103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na nuvem. Se ele cair, o sistema vai para o banco local e avisa na tela.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5367528"/>
            <a:ext cx="10789920" cy="0"/>
          </a:xfrm>
          <a:prstGeom prst="line">
            <a:avLst/>
          </a:prstGeom>
          <a:noFill/>
          <a:ln w="12700">
            <a:solidFill>
              <a:srgbClr val="24322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54772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 serve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200400" y="54772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escola não pede confiança: ela mostra a conta. Se alguém de dentro mexer, a conta denuncia.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Auditix IA  ·  grupo 11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3FB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PRIVACIDADE POR CONSTRUÇÃO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6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imagem só existe</a:t>
            </a:r>
            <a:endParaRPr lang="en-US" sz="36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6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alguém precisa julgar.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6974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Enquanto nada acontece, nada é gravado. Em alerta grave, o quadro é guardado já limitado.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3200400"/>
            <a:ext cx="5257800" cy="841248"/>
          </a:xfrm>
          <a:prstGeom prst="roundRect">
            <a:avLst>
              <a:gd name="adj" fmla="val 10870"/>
            </a:avLst>
          </a:prstGeom>
          <a:solidFill>
            <a:srgbClr val="17211C"/>
          </a:solidFill>
          <a:ln w="12700">
            <a:solidFill>
              <a:srgbClr val="2432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23544" y="3291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Rosto apagado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358444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Mosaico sobre a cabeça de todas as pessoas, feito antes de a imagem sair.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3200400"/>
            <a:ext cx="5257800" cy="841248"/>
          </a:xfrm>
          <a:prstGeom prst="roundRect">
            <a:avLst>
              <a:gd name="adj" fmla="val 10870"/>
            </a:avLst>
          </a:prstGeom>
          <a:solidFill>
            <a:srgbClr val="17211C"/>
          </a:solidFill>
          <a:ln w="12700">
            <a:solidFill>
              <a:srgbClr val="2432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55664" y="3291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Falha fechado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55664" y="358444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não conseguir localizar ninguém para apagar, a imagem não é enviada.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4160520"/>
            <a:ext cx="5257800" cy="841248"/>
          </a:xfrm>
          <a:prstGeom prst="roundRect">
            <a:avLst>
              <a:gd name="adj" fmla="val 10870"/>
            </a:avLst>
          </a:prstGeom>
          <a:solidFill>
            <a:srgbClr val="17211C"/>
          </a:solidFill>
          <a:ln w="12700">
            <a:solidFill>
              <a:srgbClr val="2432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23544" y="4251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 curto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923544" y="454456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imagem se apaga sozinha em 7 dias. O evento e o hash ficam.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4160520"/>
            <a:ext cx="5257800" cy="841248"/>
          </a:xfrm>
          <a:prstGeom prst="roundRect">
            <a:avLst>
              <a:gd name="adj" fmla="val 10870"/>
            </a:avLst>
          </a:prstGeom>
          <a:solidFill>
            <a:srgbClr val="17211C"/>
          </a:solidFill>
          <a:ln w="12700">
            <a:solidFill>
              <a:srgbClr val="2432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55664" y="4251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registrado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455664" y="454456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a imagem vira linha no banco, inclusive para quem administra.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5120640"/>
            <a:ext cx="5257800" cy="841248"/>
          </a:xfrm>
          <a:prstGeom prst="roundRect">
            <a:avLst>
              <a:gd name="adj" fmla="val 10870"/>
            </a:avLst>
          </a:prstGeom>
          <a:solidFill>
            <a:srgbClr val="17211C"/>
          </a:solidFill>
          <a:ln w="12700">
            <a:solidFill>
              <a:srgbClr val="2432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3544" y="5212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Biometria com prazo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23544" y="550468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consentimento, e vence sozinho: 365 dias, ou 90 sem a pessoa aparecer.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5120640"/>
            <a:ext cx="5257800" cy="841248"/>
          </a:xfrm>
          <a:prstGeom prst="roundRect">
            <a:avLst>
              <a:gd name="adj" fmla="val 10870"/>
            </a:avLst>
          </a:prstGeom>
          <a:solidFill>
            <a:srgbClr val="17211C"/>
          </a:solidFill>
          <a:ln w="12700">
            <a:solidFill>
              <a:srgbClr val="2432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55664" y="5212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sem nome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455664" y="550468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passagens por célula, não pessoas.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Auditix IA  ·  grupo 11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3FB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CHÃO À CAIXA DE ENTRADA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6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Segundos, não turnos.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2606040"/>
            <a:ext cx="3410712" cy="2514600"/>
          </a:xfrm>
          <a:prstGeom prst="roundRect">
            <a:avLst>
              <a:gd name="adj" fmla="val 3636"/>
            </a:avLst>
          </a:prstGeom>
          <a:solidFill>
            <a:srgbClr val="17211C"/>
          </a:solidFill>
          <a:ln w="12700">
            <a:solidFill>
              <a:srgbClr val="2432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41832" y="28163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3FB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 SALA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30906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queda vira evento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354787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evento entra na corrente antes de qualquer tentativa de avisar alguém.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4480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registro nunca depende da nuvem estar de pé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370832" y="2606040"/>
            <a:ext cx="3410712" cy="2514600"/>
          </a:xfrm>
          <a:prstGeom prst="roundRect">
            <a:avLst>
              <a:gd name="adj" fmla="val 3636"/>
            </a:avLst>
          </a:prstGeom>
          <a:solidFill>
            <a:srgbClr val="17211C"/>
          </a:solidFill>
          <a:ln w="12700">
            <a:solidFill>
              <a:srgbClr val="2432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26864" y="28163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3FB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 NUVEM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626864" y="30906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função envia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6864" y="354787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escola não guarda senha de e-mail nenhuma. A credencial não existe como arquivo.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26864" y="4480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segredo compartilhado barra quem descobrir a URL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055864" y="2606040"/>
            <a:ext cx="3410712" cy="2514600"/>
          </a:xfrm>
          <a:prstGeom prst="roundRect">
            <a:avLst>
              <a:gd name="adj" fmla="val 3636"/>
            </a:avLst>
          </a:prstGeom>
          <a:solidFill>
            <a:srgbClr val="17211C"/>
          </a:solidFill>
          <a:ln w="12700">
            <a:solidFill>
              <a:srgbClr val="2432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11896" y="28163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3FB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 COORDENAÇÃO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311896" y="30906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e-mail que se lê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11896" y="354787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houve, onde, quando, e que é um pedido de conferência.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311896" y="4480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 aviso a cada poucos segundos é um aviso que ninguém lê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486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tem teste automático, inclusive o que custa caro quando falha: e-mail sem segredo e e-mail em rajada.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Auditix IA  ·  grupo 11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3FB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 LIGADO AO BANCO POR API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6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dashboard que lê o banco,</a:t>
            </a:r>
            <a:endParaRPr lang="en-US" sz="36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6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um print de tela.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5146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rotas em FastAPI sobre o PostgreSQL. A única que escreve alguma coisa é a da imagem, e o que ela escreve é </a:t>
            </a:r>
            <a:pPr indent="0" marL="0">
              <a:buNone/>
            </a:pPr>
            <a:r>
              <a:rPr lang="en-US" sz="1400" b="1" dirty="0">
                <a:solidFill>
                  <a:srgbClr val="ED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olhou.</a:t>
            </a:r>
            <a:endParaRPr lang="en-US" sz="1400" dirty="0"/>
          </a:p>
        </p:txBody>
      </p:sp>
      <p:pic>
        <p:nvPicPr>
          <p:cNvPr id="5" name="Image 0" descr="./ppt/ca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063240"/>
            <a:ext cx="5120640" cy="3319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172200" y="31546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“Aconteceu alguma coisa?”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172200" y="34107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/api/painel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172200" y="36301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 evento, onde, há quanto tempo. E a corrente em uma palavra.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172200" y="39593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“Onde a sala aperta?”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172200" y="42153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/api/mapa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6172200" y="44348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suavizado por vizinhança, com um anel em onde mais pararam.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476402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“Fulano sumiu?”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172200" y="50200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/api/pessoas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52395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foi reconhecido e há quantos dias não aparece.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172200" y="556869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“Posso confiar nisto?”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172200" y="58247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/api/verificar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604418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 a corrente desde a gênese, contra o hash recalculado.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Auditix IA  ·  grupo 11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3FB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ONDE ISTO VAI DAR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6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uma sala para a rede inteira.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2331720"/>
            <a:ext cx="10789920" cy="0"/>
          </a:xfrm>
          <a:prstGeom prst="line">
            <a:avLst/>
          </a:prstGeom>
          <a:noFill/>
          <a:ln w="12700">
            <a:solidFill>
              <a:srgbClr val="2432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496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3FB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HOJE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244144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sala, uma câmera, um alerta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321040" y="246888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0B100E"/>
          </a:solidFill>
          <a:ln w="12700">
            <a:solidFill>
              <a:srgbClr val="3FBF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21040" y="24871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FB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PÉ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2834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ao vivo, evento na corrente, e-mail na coordenação, imagem com rosto apagado. Roda sem internet, numa máquina comum.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355848"/>
            <a:ext cx="10789920" cy="0"/>
          </a:xfrm>
          <a:prstGeom prst="line">
            <a:avLst/>
          </a:prstGeom>
          <a:noFill/>
          <a:ln w="12700">
            <a:solidFill>
              <a:srgbClr val="2432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520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PRÓXIMO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3465576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Escola-piloto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321040" y="3493008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0B100E"/>
          </a:solidFill>
          <a:ln w="12700">
            <a:solidFill>
              <a:srgbClr val="2432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351129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VALIDAR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2514600" y="38587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medida que ainda não temos: quantos alertas por dia a coordenação aguenta. É esse número, e não a revocação, que decide se é usável.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379976"/>
            <a:ext cx="10789920" cy="0"/>
          </a:xfrm>
          <a:prstGeom prst="line">
            <a:avLst/>
          </a:prstGeom>
          <a:noFill/>
          <a:ln w="12700">
            <a:solidFill>
              <a:srgbClr val="2432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5445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DEPOIS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514600" y="4489704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Várias câmeras, uma corrente só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321040" y="4517136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0B100E"/>
          </a:solidFill>
          <a:ln w="12700">
            <a:solidFill>
              <a:srgbClr val="2432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453542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CONSTRUIR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2514600" y="488289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sala com seu detector na borda, todas na mesma trilha auditável.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5404104"/>
            <a:ext cx="10789920" cy="0"/>
          </a:xfrm>
          <a:prstGeom prst="line">
            <a:avLst/>
          </a:prstGeom>
          <a:noFill/>
          <a:ln w="12700">
            <a:solidFill>
              <a:srgbClr val="24322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55686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TESE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514600" y="551383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mesma base, outros lugares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321040" y="5541264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0B100E"/>
          </a:solidFill>
          <a:ln w="12700">
            <a:solidFill>
              <a:srgbClr val="2432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21040" y="555955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 ESTUDO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2514600" y="590702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Borda que decide mais prova que não se altera: portaria com consentimento, e a área da saúde.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Auditix IA  ·  grupo 11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3FB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ONDE ESTÁ O VALOR PARA QUEM COMPRA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6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frentes, em ordem de</a:t>
            </a:r>
            <a:endParaRPr lang="en-US" sz="36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6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força para uma escola.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3017520"/>
            <a:ext cx="3410712" cy="2788920"/>
          </a:xfrm>
          <a:prstGeom prst="roundRect">
            <a:avLst>
              <a:gd name="adj" fmla="val 3279"/>
            </a:avLst>
          </a:prstGeom>
          <a:solidFill>
            <a:srgbClr val="17211C"/>
          </a:solidFill>
          <a:ln w="12700">
            <a:solidFill>
              <a:srgbClr val="2432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41832" y="32461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3FB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FAZ ASSINAR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35204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jurídico,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segurança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4279392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medo real de uma mantenedora não é perder uma queda. É o processo depois. Registro que denuncia adulteração, imagem com prazo, acesso rastreado e biometria com vencimento reduzem exposição.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5440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LGPD, e a disputa judicial que vem depois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370832" y="3017520"/>
            <a:ext cx="3410712" cy="2788920"/>
          </a:xfrm>
          <a:prstGeom prst="roundRect">
            <a:avLst>
              <a:gd name="adj" fmla="val 3279"/>
            </a:avLst>
          </a:prstGeom>
          <a:solidFill>
            <a:srgbClr val="17211C"/>
          </a:solidFill>
          <a:ln w="12700">
            <a:solidFill>
              <a:srgbClr val="2432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26864" y="32461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3FB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SALVA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626864" y="35204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evitado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26864" y="4279392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câmera comum só serve depois do fato. O valor está em chegar antes: socorro em segundos em vez de minutos, e uma queda vista no instante em que acontece.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26864" y="5440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alerta sai antes de alguém reclamar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055864" y="3017520"/>
            <a:ext cx="3410712" cy="2788920"/>
          </a:xfrm>
          <a:prstGeom prst="roundRect">
            <a:avLst>
              <a:gd name="adj" fmla="val 3279"/>
            </a:avLst>
          </a:prstGeom>
          <a:solidFill>
            <a:srgbClr val="17211C"/>
          </a:solidFill>
          <a:ln w="12700">
            <a:solidFill>
              <a:srgbClr val="2432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11896" y="32461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3FB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SUBSTITUI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311896" y="35204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Licença de nuvem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11896" y="4279392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escola já paga mensalidade por câmera para algum sistema de nuvem, o nosso número entra no lugar dele. E, ao contrário do dele, dá para conferir de onde sai.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311896" y="5440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comparável, e verificável linha a linha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Auditix IA  ·  grupo 11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3FB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 ECONÔMICO E ENTRADA NO MERCADO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6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custo de cobrir mais</a:t>
            </a:r>
            <a:endParaRPr lang="en-US" sz="36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6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sala é uma câmera.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5146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concorrente cobra licença mensal POR CÂMERA, porque o vídeo dele roda na nuvem dele. O nosso roda na borda, e o que sobe para a nuvem é uma linha de texto.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246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custa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3703320"/>
            <a:ext cx="5120640" cy="0"/>
          </a:xfrm>
          <a:prstGeom prst="line">
            <a:avLst/>
          </a:prstGeom>
          <a:noFill/>
          <a:ln w="12700">
            <a:solidFill>
              <a:srgbClr val="2432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3785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Câmera IP, por sala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703320" y="38039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B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R$ 200 a R$ 680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4178808"/>
            <a:ext cx="5120640" cy="0"/>
          </a:xfrm>
          <a:prstGeom prst="line">
            <a:avLst/>
          </a:prstGeom>
          <a:noFill/>
          <a:ln w="12700">
            <a:solidFill>
              <a:srgbClr val="2432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426110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42793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B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PC comum por escola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4654296"/>
            <a:ext cx="5120640" cy="0"/>
          </a:xfrm>
          <a:prstGeom prst="line">
            <a:avLst/>
          </a:prstGeom>
          <a:noFill/>
          <a:ln w="12700">
            <a:solidFill>
              <a:srgbClr val="2432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47365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Licença de software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47548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FB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R$ 0 por câmera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5129784"/>
            <a:ext cx="5120640" cy="0"/>
          </a:xfrm>
          <a:prstGeom prst="line">
            <a:avLst/>
          </a:prstGeom>
          <a:noFill/>
          <a:ln w="12700">
            <a:solidFill>
              <a:srgbClr val="2432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5212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Nuvem do alerta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703320" y="52303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FB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centavos por mês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5605272"/>
            <a:ext cx="5120640" cy="0"/>
          </a:xfrm>
          <a:prstGeom prst="line">
            <a:avLst/>
          </a:prstGeom>
          <a:noFill/>
          <a:ln w="12700">
            <a:solidFill>
              <a:srgbClr val="2432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56875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 placa de vídeo, sem custo por fluxo, sem mensalidade que cresce com a escola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246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entra no mercado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92240" y="3721608"/>
            <a:ext cx="292608" cy="292608"/>
          </a:xfrm>
          <a:prstGeom prst="ellipse">
            <a:avLst/>
          </a:prstGeom>
          <a:solidFill>
            <a:srgbClr val="0B100E"/>
          </a:solidFill>
          <a:ln w="12700">
            <a:solidFill>
              <a:srgbClr val="2432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374904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escola, de graça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39776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troca do dado que falta: quantos alertas por dia a coordenação aguenta, e quantos foram engano.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92240" y="4498848"/>
            <a:ext cx="292608" cy="292608"/>
          </a:xfrm>
          <a:prstGeom prst="ellipse">
            <a:avLst/>
          </a:prstGeom>
          <a:solidFill>
            <a:srgbClr val="0B100E"/>
          </a:solidFill>
          <a:ln w="12700">
            <a:solidFill>
              <a:srgbClr val="2432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2240" y="452628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piloto vira carta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4754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depoimento da coordenação abre a porta da segunda escola melhor que qualquer slide.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92240" y="5276088"/>
            <a:ext cx="292608" cy="292608"/>
          </a:xfrm>
          <a:prstGeom prst="ellipse">
            <a:avLst/>
          </a:prstGeom>
          <a:solidFill>
            <a:srgbClr val="0B100E"/>
          </a:solidFill>
          <a:ln w="12700">
            <a:solidFill>
              <a:srgbClr val="2432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92240" y="530352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5257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Vender para a rede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5532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educacional tem dezenas de unidades e um decisor só. É para ele que custo marginal quase zero é irresistível.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492240" y="56875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Modelo: assinatura por escola, não por câmera. Expandir deixa de ser uma nova decisão de compra.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68580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Auditix IA  ·  grupo 11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45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HONESTIDADE INTELECTUAL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6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ainda não medimos,</a:t>
            </a:r>
            <a:endParaRPr lang="en-US" sz="36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6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não vamos inventar.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5603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coisas que decidem se isto é negócio e se a detecção se sustenta, e que nenhuma planilha nossa pode responder.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320040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0B100E"/>
          </a:solidFill>
          <a:ln w="12700">
            <a:solidFill>
              <a:srgbClr val="24322B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905256" y="3438144"/>
            <a:ext cx="2157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uma escola paga hoje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05256" y="4096512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monitoramento eletrônico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05256" y="4553712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45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fonte: ligar para três escolas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38144" y="320040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0B100E"/>
          </a:solidFill>
          <a:ln w="12700">
            <a:solidFill>
              <a:srgbClr val="24322B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3657600" y="3438144"/>
            <a:ext cx="2157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Quantas escolas no recorte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4096512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rede, município ou grupo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4553712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45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fonte: Censo Escolar, INEP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90488" y="320040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0B100E"/>
          </a:solidFill>
          <a:ln w="12700">
            <a:solidFill>
              <a:srgbClr val="24322B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6409944" y="3438144"/>
            <a:ext cx="2157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por dia que se aguenta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09944" y="4096512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quantos foram engano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9944" y="4553712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45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fonte: o piloto, e só ele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942832" y="320040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0B100E"/>
          </a:solidFill>
          <a:ln w="12700">
            <a:solidFill>
              <a:srgbClr val="24322B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9162288" y="3438144"/>
            <a:ext cx="2157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Acerto da briga em vídeo real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162288" y="4096512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é regra, não modelo treinado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9162288" y="4553712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E45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fonte: RWF-2000, 2.000 clipes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5778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banca pergunta a fonte. “Estimativa nossa” derruba o slide, e com ele o resto da apresentação.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Auditix IA  ·  grupo 11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591495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3FB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FECHAR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058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sistema que avisa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responde pelo que disse.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9718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queda é a parte fácil. O que torna o Auditix defensável numa escola é o que vem junto: 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D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registro que denuncia adulteração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D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imagem que se apaga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D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acesso que fica gravado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D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alerta que pede conferência em vez de afirmar culpa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4526280"/>
            <a:ext cx="36576" cy="1005840"/>
          </a:xfrm>
          <a:prstGeom prst="rect">
            <a:avLst/>
          </a:prstGeom>
          <a:solidFill>
            <a:srgbClr val="3FBF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não é acusação.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9834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pedido para alguém ir olhar, feito rápido o bastante para ainda valer a pena.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9436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Auditix IA  ·  grupo 11  ·  2ECR          Desafio DATEN x FIAP  ·  “Antes do NEXT”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Auditix IA</dc:title>
  <dc:subject>PptxGenJS Presentation</dc:subject>
  <dc:creator>Auditix IA - grupo 11</dc:creator>
  <cp:lastModifiedBy>Auditix IA - grupo 11</cp:lastModifiedBy>
  <cp:revision>1</cp:revision>
  <dcterms:created xsi:type="dcterms:W3CDTF">2026-09-21T13:29:11Z</dcterms:created>
  <dcterms:modified xsi:type="dcterms:W3CDTF">2026-09-21T13:29:11Z</dcterms:modified>
</cp:coreProperties>
</file>