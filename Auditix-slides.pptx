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demonstração ao vivo, não com o slide. A queda dispara em 3 segundos na tela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é o momento de abrir o deck em HTML e clicar num elo na frente da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resposta para "por que vocês não reconhecem os alunos?". A resposta não é "não deu tempo": a gente consegue e escolheu não fazer, e um mês atrás a ANPD deu razão a essa escolha. Não afirmar conformidade jurídica: dizer que é a nossa leitura da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que fecha a venda. Segurança comove; risco jurídico faz a diretoria assinar.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tamanho de mercado: dizer que o dado vem do Censo Escolar do INEP e que o preço praticado sai de conversa com escolas, e que nenhum dos dois foi estimado por nós.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</a:t>
            </a:r>
            <a:pPr indent="0" marL="0">
              <a:buNone/>
            </a:pPr>
            <a:r>
              <a:rPr lang="en-US" sz="1100" spc="30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AUDITIX AI  ·  GRUPO 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3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estava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olhando.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grava a queda e guarda o arquivo. Alguém descobre horas depois, se descobrir. O Auditix vê no instante, avisa um humano e deixa um registro que não dá para alterar sem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5257800"/>
            <a:ext cx="32004" cy="86868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5257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561441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pose e movimento. Ele não sabe o que aconteceu, nem quem tem razão.</a:t>
            </a:r>
            <a:endParaRPr lang="en-US" sz="1300" dirty="0"/>
          </a:p>
        </p:txBody>
      </p:sp>
      <p:pic>
        <p:nvPicPr>
          <p:cNvPr id="8" name="Image 0" descr="./ppt/queda-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28800"/>
            <a:ext cx="4800600" cy="27157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20840" y="466344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Sala, no instante do alerta. A faixa mostra o que o sistema mede.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EXISTE HOJE NUMA ESCOLA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não é vigilância.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arquivo morto.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falham juntas, e sempre na mesma ordem.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olha ao vivo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só é aberto depois que alguém reclama. Aí o socorro já não é socorro.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registro é frágil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se apaga, se corta, se sobrescreve. Numa disputa, ele vale o quanto a confiança nele permitir.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55864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11896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Vigiar é caro e invasivo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comum é gravar mais, de todos, o tempo todo. Mais risco para o aluno, nenhuma resposta a mais.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guiou o projeto: dá para avisar na hora sem transformar a sala num estúdio de gravação?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É MAQUETE, ESTÁ RODANDO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funciona hoje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nos 4.509 clipes do Fall Vision (Harvard Dataverse, CC0). Nada aqui é estimativa.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7432" cy="12344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quedas detectadas a 30 quadros por segundo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30168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4.509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clipes com esqueleto quadro a quadro no treino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91656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para fora: roda sem internet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53144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de teste automático, do detector ao e-mail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20624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2611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auditada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42611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de até 6 pessoas, linha do chão calibrável, e um alerta por episódio, não dezenove.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59028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645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medidas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6451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por rede treinada. Corrida e briga por regra, e a tela diz qual é qual.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97433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292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5029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para ponte local para WebRTC. Fração de segundo de atraso, e a imagem não sai da escola.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535838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4132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413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da cadeia, série por dia, mapa de ocupação e quem sumiu.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742432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7972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57972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em segundos, com espera mínima entre avisos para a caixa continuar sendo lida.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DENTRO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camadas, e nenhuma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delas confia sozinha.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erra de um jeito diferente. Por isso são quatro, e por isso cada corte foi medido, não escolhido no olho.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5256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 · POSE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pontos do corpo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Ombro, quadril, joelho. A imagem vira geometria antes de qualquer decisão.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nenhum quadro é guardado nesta etapa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47288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6744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 · REGRAS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66744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Tronco, altura, proporção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mais larga que alta, corpo abaixo da própria altura, tronco fora da vertical.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caixa &gt; 1,2 = 89% das quedas, 10% de falso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08776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8232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 · REDE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rede pequena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atributos, 113 pesos. Fora do que viu no treino, ela se cala em vez de chutar.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28232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freio custa 0,2 ponto de revocação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70264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4 · CHÃO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do chão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câmera fixa, cabeça abaixo da linha é queda. Sem depender de mais nada.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 por câmera; mexeu nela, marca de novo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97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de quadros por segundo, medido:  30 fps = 89%   ·   15 fps = 87%   ·   10 fps = 86%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PARTE QUE NINGUÉM COPIA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 fecha o anterior.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guarda o resumo da anterior. Adulterar uma antiga quebra a corrente dali para a frente. As anteriores continuam válidas.</a:t>
            </a:r>
            <a:endParaRPr lang="en-US" sz="1500" dirty="0"/>
          </a:p>
        </p:txBody>
      </p:sp>
      <p:pic>
        <p:nvPicPr>
          <p:cNvPr id="5" name="Image 0" descr="./ppt/cade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0817352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Adulterado o evento #223: ele e todos os seguintes deixam de fechar.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48006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910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4910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na nuvem. Se ele cair, o sistema vai para o banco local e avisa na tela.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536752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4772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54772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pede confiança: ela mostra a conta. Se alguém de dentro mexer, a conta denuncia.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PRIVACIDADE POR CONSTRUÇÃO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imagem só existe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alguém precisa julgar.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697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nada acontece, nada é gravado. Em alerta grave, o quadro é guardado já limitado.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54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Rosto apagado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 sobre a cabeça de todas as pessoas, feito antes de a imagem sair.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5566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fechado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conseguir localizar ninguém para apagar, a imagem não é enviada.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curto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se apaga sozinha em 7 dias. O evento e o hash ficam.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registrado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 imagem vira linha no banco, inclusive para quem administra.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Biometria com prazo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consentimento, e vence sozinho: 365 dias, ou 90 sem a pessoa aparecer.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566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sem nome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5566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passagens por célula, não pessoas.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ANPD já suspendeu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que não seguimos.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1284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sistema de IA em escola do Brasil, com mais de 1.700 escolas e cerca de 1 milhão de alunos por dia, foi suspenso por tratar biometria de criança. A agência classificou isso como atividade de alto risco. As cinco falhas apontadas são as cinco perguntas que o Auditix já responde.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A ANPD APONTOU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3200400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O AUDITIX FAZ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5800" y="3511296"/>
            <a:ext cx="10817352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5753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base legal do art. 11 para dado sensível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575304"/>
            <a:ext cx="6263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coletamos biometria. O artigo 11 não chega a se aplicar.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4041648"/>
            <a:ext cx="10817352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0565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Desproporcional: não provaram que o menos invasivo não bastava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4105656"/>
            <a:ext cx="6263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Rosto apagado antes de a imagem sair, e ela só existe em alerta grave.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4572000"/>
            <a:ext cx="10817352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636008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citada de forma genérica, sem monitoramento nem auditoria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636008"/>
            <a:ext cx="6263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hash verificável, e cada abertura de imagem vira linha no banco.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5102352"/>
            <a:ext cx="10817352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16636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interesse da criança não demonstrado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5166360"/>
            <a:ext cx="6263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se apaga sozinha em 7 dias. O registro do evento fica.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632704"/>
            <a:ext cx="10817352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5696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Operações de Tratamento não entregue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5696712"/>
            <a:ext cx="6263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é o registro, linha a linha, e ele se confere sozinho.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36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nossa da decisão pública da ANPD, não parecer jurídico.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CHÃO À CAIXA DE ENTRADA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Segundos, não turnos.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SALA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queda vira evento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evento entra na corrente antes de qualquer tentativa de avisar alguém.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nunca depende da nuvem estar de pé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função envia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guarda senha de e-mail nenhuma. A credencial não existe como arquivo.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segredo compartilhado barra quem descobrir a URL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COORDENAÇÃO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e-mail que se lê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houve, onde, quando, e que é um pedido de conferência.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aviso a cada poucos segundos é um aviso que ninguém lê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tem teste automático, inclusive o que custa caro quando falha: e-mail sem segredo e e-mail em rajada.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LIGADO AO BANCO POR API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dashboard que lê o banco,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um print de tela.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rotas em FastAPI sobre o PostgreSQL. A única que escreve alguma coisa é a da imagem, e o que ela escreve é </a:t>
            </a:r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olhou.</a:t>
            </a:r>
            <a:endParaRPr lang="en-US" sz="1400" dirty="0"/>
          </a:p>
        </p:txBody>
      </p:sp>
      <p:pic>
        <p:nvPicPr>
          <p:cNvPr id="5" name="Image 0" descr="./ppt/ca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5120640" cy="3319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72200" y="3154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“Aconteceu alguma coisa?”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34107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/api/painel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36301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evento, onde, há quanto tempo. E a corrente em uma palavra.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9593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“Onde a sala aperta?”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42153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/api/mapa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4434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suavizado por vizinhança, com um anel em onde mais pararam.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47640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“Fulano sumiu?”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50200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/api/pessoas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52395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foi reconhecido e há quantos dias não aparece.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55686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“Posso confiar nisto?”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58247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/api/verificar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60441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 a corrente desde a gênese, contra o hash recalculado.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ISTO VAI DAR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uma sala para a rede inteira.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4963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4414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sala, uma câmera, um alerta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321040" y="24688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3FBF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24871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PÉ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834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ao vivo, evento na corrente, e-mail na coordenação, imagem com rosto apagado. Roda sem internet, numa máquina comum.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35584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PRÓXIMO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46557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Escola-piloto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321040" y="349300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35112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VALIDAR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8587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medida que ainda não temos: quantos alertas por dia a coordenação aguenta. É esse número, e não a revocação, que decide se é usável.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3799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544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DEPOIS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448970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câmeras, uma corrente só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21040" y="4517136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5354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CONSTRUIR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488289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sala com seu detector na borda, todas na mesma trilha auditável.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40410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568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TESE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55138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base, outros lugares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321040" y="554126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55595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ESTUDO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514600" y="590702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que decide mais prova que não se altera: portaria com consentimento, e o SVATech Health.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ESTÁ O VALOR PARA QUEM COMPRA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frentes, em ordem de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 para uma escola.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ASSINAR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jurídico,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segurança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medo real de uma mantenedora não é perder uma queda. É o processo depois. Registro que denuncia adulteração, imagem com prazo, acesso rastreado e biometria com vencimento reduzem exposição.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LGPD, e a disputa judicial que vem depois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SALVA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só serve depois do fato. O valor está em chegar antes: socorro em segundos em vez de minutos, e uma queda vista no instante em que acontece.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alerta sai antes de alguém reclamar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SUBSTITUI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nuvem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escola já paga mensalidade por câmera para algum sistema de nuvem, o nosso número entra no lugar dele. E, ao contrário do dele, dá para conferir de onde sai.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comparável, e verificável linha a linha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 ECONÔMICO E ENTRADA NO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cobrir mais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 é uma câmera.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concorrente cobra licença mensal POR CÂMERA, porque o vídeo dele roda na nuvem dele. O nosso roda na borda, e o que sobe para a nuvem é uma linha de texto.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custa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785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IP, por sala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38039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R$ 200 a R$ 680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178808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261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42793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PC comum por escola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654296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736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software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754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R$ 0 por câmera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5129784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Nuvem do alerta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52303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centavos por mês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5605272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6875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placa de vídeo, sem custo por fluxo, sem mensalidade que cresce com a escola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46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entra no mercado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72160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37490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escola, de graça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977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troca do dado que falta: quantos alertas por dia a coordenação aguenta, e quantos foram engano.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92240" y="449884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45262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vira carta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4754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depoimento da coordenação abre a porta da segunda escola melhor que qualquer slide.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92240" y="527608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3035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para a rede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55321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educacional tem dezenas de unidades e um decisor só. É para ele que custo marginal quase zero é irresistível.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687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Modelo: assinatura por escola, não por câmera. Expandir deixa de ser uma nova decisão de compra.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HONESTIDADE INTELECTUAL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ainda não medimos,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vamos inventar.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coisas que decidem se isto é negócio e se a detecção se sustenta, e que nenhuma planilha nossa pode responder.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905256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escola paga hoje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monitoramento eletrônico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ligar para três escolas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38144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657600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escolas no recorte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rede, município ou grupo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Censo Escolar, INEP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90488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409944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por dia que se aguenta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9944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quantos foram engano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o piloto, e só ele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42832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9162288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Acerto da briga em vídeo real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162288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é regra, não modelo treinado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62288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RWF-2000, 2.000 clipes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577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banca pergunta a fonte. “Estimativa nossa” derruba o slide, e com ele o resto da apresentação.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FECHAR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que avisa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responde pelo que disse.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9718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queda é a parte fácil. O que torna o Auditix defensável numa escola é o que vem junto: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que denuncia adulteração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que se apaga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que fica gravado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alerta que pede conferência em vez de afirmar culpa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26280"/>
            <a:ext cx="36576" cy="10058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983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para alguém ir olhar, feito rápido o bastante para ainda valer a pena.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  ·  Auditix AI  ·  grupo 11  ·  2ECR          Desafio DATEN x FIAP  ·  “Antes do NEXT”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Auditix AI</dc:title>
  <dc:subject>PptxGenJS Presentation</dc:subject>
  <dc:creator>SVATech - grupo 11</dc:creator>
  <cp:lastModifiedBy>SVATech - grupo 11</cp:lastModifiedBy>
  <cp:revision>1</cp:revision>
  <dcterms:created xsi:type="dcterms:W3CDTF">2026-09-17T18:17:45Z</dcterms:created>
  <dcterms:modified xsi:type="dcterms:W3CDTF">2026-09-17T18:17:45Z</dcterms:modified>
</cp:coreProperties>
</file>