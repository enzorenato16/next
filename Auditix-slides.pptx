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demonstração ao vivo, não com o slide. A queda dispara em 3 segundos na tela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é o momento de abrir o deck em HTML e clicar num elo na frente da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</a:t>
            </a:r>
            <a:pPr indent="0" marL="0">
              <a:buNone/>
            </a:pPr>
            <a:r>
              <a:rPr lang="en-US" sz="1100" spc="30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AUDITIX AI  ·  GRUPO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3000"/>
            <a:ext cx="5669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estava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olhando.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câmera comum grava a queda e guarda o arquivo. Alguém descobre horas depois, se descobrir. O Auditix vê no instante, avisa um humano e deixa um registro que não dá para alterar sem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5257800"/>
            <a:ext cx="32004" cy="86868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5257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561441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pose e movimento. Ele não sabe o que aconteceu, nem quem tem razão.</a:t>
            </a:r>
            <a:endParaRPr lang="en-US" sz="1300" dirty="0"/>
          </a:p>
        </p:txBody>
      </p:sp>
      <p:pic>
        <p:nvPicPr>
          <p:cNvPr id="8" name="Image 0" descr="/tmp/claude-0/-home-user-Next/c399b536-4832-57fc-9401-b6d5540e41f3/scratchpad/ppt/que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28800"/>
            <a:ext cx="4800600" cy="2715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20840" y="46634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Sala, no instante do alerta. A faixa mostra o que o sistema mede.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EXISTE HOJE NUMA ESCOLA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não é vigilância.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arquivo morto.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falham juntas, e sempre na mesma ordem.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olha ao vivo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só é aberto depois que alguém reclama. Aí o socorro já não é socorro.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0832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registro é frágil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se apaga, se corta, se sobrescreve. Numa disputa, ele vale o quanto a confiança nele permitir.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55864" y="3017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11896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11896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Vigiar é caro e invasivo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977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comum é gravar mais, de todos, o tempo todo. Mais risco para o aluno, nenhuma resposta a mais.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guiou o projeto: dá para avisar na hora sem transformar a sala num estúdio de gravação?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É MAQUETE, ESTÁ RODANDO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funciona hoje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4.509 clipes do Fall Vision (Harvard Dataverse, CC0). Nada aqui é estimativa.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7432" cy="12344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quedas detectadas a 30 quadros por segundo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30168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4.509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com esqueleto quadro a quadro no treino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para fora: roda sem internet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788920"/>
            <a:ext cx="27432" cy="1234440"/>
          </a:xfrm>
          <a:prstGeom prst="rect">
            <a:avLst/>
          </a:prstGeom>
          <a:solidFill>
            <a:srgbClr val="243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53144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automáticos, do detector ao e-mail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3434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4165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auditada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4165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de até 6 pessoas, linha do chão calibrável, e um alerta por queda, não dezenove.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IP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para ponte local para WebRTC. Fração de segundo de atraso, e a imagem não sai da escola.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52943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367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53675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da cadeia, série por dia, mapa de ocupação e quem sumiu.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576986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8430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8430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em segundos, com espera mínima entre avisos para a caixa continuar sendo lida.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DENTRO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camadas, e nenhuma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delas confia sozinha.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erra de um jeito diferente. Por isso são quatro, e por isso cada corte foi medido, não escolhido no olho.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 · POSE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pontos do corpo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Ombro, quadril, joelho. A imagem vira geometria antes de qualquer decisão.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nenhum quadro é guardado nesta etapa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47288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6744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 · REGRAS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Tronco, altura, proporção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mais larga que alta, corpo abaixo da própria altura, tronco fora da vertical.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&gt; 1,2 = 89% das quedas, 10% de falso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08776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 · REDE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rede pequena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atributos, 113 pesos. Fora do que viu no treino, ela se cala em vez de chutar.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28232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freio custa 0,2 ponto de revocação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70264" y="301752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3200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4 · CHÃO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456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do chão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407822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câmera fixa, cabeça abaixo da linha é queda. Sem depender de mais nada.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5029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 por câmera; mexeu nela, marca de novo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de quadros por segundo, medido:  30 fps = 89%   ·   15 fps = 87%   ·   10 fps = 86%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PARTE QUE NINGUÉM COPIA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fecha o anterior.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guarda o resumo da anterior. Adulterar uma antiga quebra a corrente dali para a frente. As anteriores continuam válidas.</a:t>
            </a:r>
            <a:endParaRPr lang="en-US" sz="1500" dirty="0"/>
          </a:p>
        </p:txBody>
      </p:sp>
      <p:pic>
        <p:nvPicPr>
          <p:cNvPr id="5" name="Image 0" descr="/tmp/claude-0/-home-user-Next/c399b536-4832-57fc-9401-b6d5540e41f3/scratchpad/ppt/cade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0817352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Adulterado o evento #223: ele e todos os seguintes deixam de fechar.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480060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910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4910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 nuvem. Se ele cair, o sistema vai para o banco local e avisa na tela.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536752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4772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54772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pede confiança: ela mostra a conta. Se alguém de dentro mexer, a conta denuncia.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PRIVACIDADE POR CONSTRUÇÃO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imagem só existe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alguém precisa julgar.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697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nada acontece, nada é gravado. Em alerta grave, o quadro é guardado já limitado.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Rosto apagado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 sobre a cabeça de todas as pessoas, feito antes de a imagem sair.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320040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3291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fechado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358444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conseguir localizar ninguém para apagar, a imagem não é enviada.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curto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se apaga sozinha em 7 dias. O evento e o hash ficam.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416052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registrado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45445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imagem vira linha no banco, inclusive para quem administra.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Biometria com prazo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consentimento, e vence sozinho: 365 dias, ou 90 sem a pessoa aparecer.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5120640"/>
            <a:ext cx="5257800" cy="841248"/>
          </a:xfrm>
          <a:prstGeom prst="roundRect">
            <a:avLst>
              <a:gd name="adj" fmla="val 10870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sem nome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50468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passagens por célula, não pessoas.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CHÃO À CAIXA DE ENTRADA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Segundos, não turnos.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SALA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queda vira evento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entra na corrente antes de qualquer tentativa de avisar alguém.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nunca depende da nuvem estar de pé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70832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 envia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não guarda senha de e-mail nenhuma. A credencial não existe como arquivo.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segredo compartilhado barra quem descobrir a URL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055864" y="260604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17211C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11896" y="28163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COORDENAÇÃO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e-mail que se lê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354787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houve, onde, quando, e que é um pedido de conferência.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aviso a cada poucos segundos é um aviso que ninguém lê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tem teste automático, inclusive o que custa caro quando falha: e-mail sem segredo e e-mail em rajada.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LIGADO AO BANCO POR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dashboard que lê o banco,</a:t>
            </a:r>
            <a:endParaRPr lang="en-US" sz="3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um print de tela.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rotas em FastAPI sobre o PostgreSQL. A única que escreve alguma coisa é a da imagem, e o que ela escreve é </a:t>
            </a:r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olhou.</a:t>
            </a:r>
            <a:endParaRPr lang="en-US" sz="1400" dirty="0"/>
          </a:p>
        </p:txBody>
      </p:sp>
      <p:pic>
        <p:nvPicPr>
          <p:cNvPr id="5" name="Image 0" descr="/tmp/claude-0/-home-user-Next/c399b536-4832-57fc-9401-b6d5540e41f3/scratchpad/ppt/ca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5120640" cy="3319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722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“Aconteceu alguma coisa?”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4107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/api/painel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36301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evento, onde, há quanto tempo. E a corrente em uma palavra.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9593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“Onde a sala aperta?”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421538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/api/mapa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4434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suavizado por vizinhança, com um anel em onde mais pararam.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7640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“Fulano sumiu?”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50200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/api/pessoas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5239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foi reconhecido e há quantos dias não aparece.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55686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“Posso confiar nisto?”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8247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/api/verificar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60441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 a corrente desde a gênese, contra o hash recalculado.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ISTO VAI DAR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10820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6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uma sala para a rede inteira.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963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4414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sala, uma câmera, um alerta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321040" y="246888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3FB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24871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PÉ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834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ao vivo, evento na corrente, e-mail na coordenação, imagem com rosto apagado. Roda sem internet, numa máquina comum.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355848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PRÓXIMO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4655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Escola-piloto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321040" y="349300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5112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VALIDAR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8587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medida que ainda não temos: quantos alertas por dia a coordenação aguenta. É esse número, e não a revocação, que decide se é usável.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9976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44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DEPOIS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48970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câmeras, uma corrente só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21040" y="4517136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5354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CONSTRUIR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488289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sala com seu detector na borda, todas na mesma trilha auditável.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404104"/>
            <a:ext cx="10789920" cy="0"/>
          </a:xfrm>
          <a:prstGeom prst="line">
            <a:avLst/>
          </a:prstGeom>
          <a:noFill/>
          <a:ln w="12700">
            <a:solidFill>
              <a:srgbClr val="2432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568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TESE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55138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base, outros lugares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321040" y="554126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B100E"/>
          </a:solidFill>
          <a:ln w="12700">
            <a:solidFill>
              <a:srgbClr val="243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5559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ESTUDO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590702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que decide mais prova que não se altera: portaria com consentimento, e o SVATech Health.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Auditix AI  ·  SVATech  ·  grupo 11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FBF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FECHAR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que avisa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responde pelo que disse.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9718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queda é a parte fácil. O que torna o Auditix defensável numa escola é o que vem junto: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que denuncia adulteração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que se apaga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que fica gravado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D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alerta que pede conferência em vez de afirmar culpa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26280"/>
            <a:ext cx="36576" cy="1005840"/>
          </a:xfrm>
          <a:prstGeom prst="rect">
            <a:avLst/>
          </a:prstGeom>
          <a:solidFill>
            <a:srgbClr val="3FBF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não é acusação.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983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para alguém ir olhar, feito rápido o bastante para ainda valer a pena.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D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SVATech  ·  Auditix AI  ·  grupo 11  ·  2ECR          Desafio DATEN x FIAP  ·  “Antes do NEXT”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Auditix AI</dc:title>
  <dc:subject>PptxGenJS Presentation</dc:subject>
  <dc:creator>SVATech - grupo 11</dc:creator>
  <cp:lastModifiedBy>SVATech - grupo 11</cp:lastModifiedBy>
  <cp:revision>1</cp:revision>
  <dcterms:created xsi:type="dcterms:W3CDTF">2026-09-14T23:17:02Z</dcterms:created>
  <dcterms:modified xsi:type="dcterms:W3CDTF">2026-09-14T23:17:02Z</dcterms:modified>
</cp:coreProperties>
</file>