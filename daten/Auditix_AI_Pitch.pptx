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Somos o grupo Auditix AI. Nosso projeto: transformar uma câmera comum em um sistema de segurança patrimonial que reconhece pessoas em tempo real, rodando localmente no AIBOX.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de negócio: vigilância humana falha. Cansaço, câmeras demais, e no fim não há prova confiável de quem entrou.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processa no próprio local (Edge/AIBOX): rápido e privado (LGPD). Reforçar a ética: sinalizamos, não acusamos.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em 4 passos: cadastro; YOLO nano detecta os rostos; ByteTrack segue cada pessoa (sem contar 2x) e compara com o cadastro; decide autorizado x desconhecido.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YOLO nano (detecção) + ByteTrack (tracking), OpenCV, FastAPI e SQLite, no AIBOX (ARM64). Status honesto: código e arquitetura prontos; falta subir no AIBOX, cadastrar e testar no ambiente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4" name="Shape 2"/>
          <p:cNvSpPr/>
          <p:nvPr/>
        </p:nvSpPr>
        <p:spPr>
          <a:xfrm>
            <a:off x="11183112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5" name="Shape 3"/>
          <p:cNvSpPr/>
          <p:nvPr/>
        </p:nvSpPr>
        <p:spPr>
          <a:xfrm>
            <a:off x="11644884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9" name="Shape 7"/>
          <p:cNvSpPr/>
          <p:nvPr/>
        </p:nvSpPr>
        <p:spPr>
          <a:xfrm>
            <a:off x="11644884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DATEN × FIAP  ·  ANTES DO NEXT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Auditix </a:t>
            </a:r>
            <a:pPr indent="0" marL="0">
              <a:buNone/>
            </a:pPr>
            <a:r>
              <a:rPr lang="en-US" sz="66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patrimonial com </a:t>
            </a:r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IA</a:t>
            </a:r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reconhece, em tempo real, quem pode estar ali.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grupo11</a:t>
            </a:r>
            <a:pPr indent="0" marL="0">
              <a:buNone/>
            </a:pPr>
            <a:r>
              <a:rPr lang="en-US" sz="1400" spc="100" kern="0" dirty="0">
                <a:solidFill>
                  <a:srgbClr val="6B80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Edge AI no AIBOX   ·   DATEN × FIAP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Auditix AI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994392" y="6080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4" name="Shape 2"/>
          <p:cNvSpPr/>
          <p:nvPr/>
        </p:nvSpPr>
        <p:spPr>
          <a:xfrm>
            <a:off x="11183112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5" name="Shape 3"/>
          <p:cNvSpPr/>
          <p:nvPr/>
        </p:nvSpPr>
        <p:spPr>
          <a:xfrm>
            <a:off x="11644884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9" name="Shape 7"/>
          <p:cNvSpPr/>
          <p:nvPr/>
        </p:nvSpPr>
        <p:spPr>
          <a:xfrm>
            <a:off x="11644884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O PROBLEMA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todo mundo tem.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de verdade, não.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segurança patrimonial ainda depende de 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olho humano</a:t>
            </a:r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vigiando dezenas de câmeras ao mesmo tempo.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94436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3C2432"/>
          </a:solidFill>
          <a:ln w="15875">
            <a:solidFill>
              <a:srgbClr val="FF6B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2944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2907792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Olho humano cansa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246120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telas para poucos vigilantes: distração e fadiga deixam passar o que importa.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840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99592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3C2432"/>
          </a:solidFill>
          <a:ln w="15875">
            <a:solidFill>
              <a:srgbClr val="FF6B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995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3959352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Estranho passa despercebido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4297680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não autorizadas circulam sem ninguém notar até ser tarde.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50474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3C2432"/>
          </a:solidFill>
          <a:ln w="15875">
            <a:solidFill>
              <a:srgbClr val="FF6B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047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5010912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prova do que aconteceu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349240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confiável de quem entrou e quando, a câmera só mostra o passado.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Auditix AI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994392" y="6080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4" name="Shape 2"/>
          <p:cNvSpPr/>
          <p:nvPr/>
        </p:nvSpPr>
        <p:spPr>
          <a:xfrm>
            <a:off x="11183112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5" name="Shape 3"/>
          <p:cNvSpPr/>
          <p:nvPr/>
        </p:nvSpPr>
        <p:spPr>
          <a:xfrm>
            <a:off x="11644884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9" name="Shape 7"/>
          <p:cNvSpPr/>
          <p:nvPr/>
        </p:nvSpPr>
        <p:spPr>
          <a:xfrm>
            <a:off x="11644884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 SOLUÇÃO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câmera que entende quem está no ambiente.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737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buNone/>
            </a:pPr>
            <a:r>
              <a:rPr lang="en-US" sz="16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Auditix AI</a:t>
            </a:r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roda a IA no próprio local (AIBOX) e 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pessoas</a:t>
            </a:r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tempo real.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377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532888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3C41"/>
          </a:solidFill>
          <a:ln w="15875">
            <a:solidFill>
              <a:srgbClr val="2EE6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2532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2496312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os autorizados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834640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quem faz parte da equipe cadastrada e confirma sua presença.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1071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56616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3C41"/>
          </a:solidFill>
          <a:ln w="15875">
            <a:solidFill>
              <a:srgbClr val="2EE6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566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3529584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desconhecidos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867912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 sem cadastro vira um evento de segurança para revisão.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44398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459943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3C41"/>
          </a:solidFill>
          <a:ln w="15875">
            <a:solidFill>
              <a:srgbClr val="2EE6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45994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4562856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tudo localmente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4901184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horário e imagem salvos no próprio aparelho, sem depender de nuvem.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50468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2D2926"/>
          </a:solidFill>
          <a:ln w="15875">
            <a:solidFill>
              <a:srgbClr val="FFB64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5504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  </a:t>
            </a:r>
            <a:pPr indent="0" marL="0">
              <a:buNone/>
            </a:pPr>
            <a:r>
              <a:rPr lang="en-US" sz="13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não é acusação. Todo evento fica pendente de validação humana.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Auditix AI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6080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4" name="Shape 2"/>
          <p:cNvSpPr/>
          <p:nvPr/>
        </p:nvSpPr>
        <p:spPr>
          <a:xfrm>
            <a:off x="11183112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5" name="Shape 3"/>
          <p:cNvSpPr/>
          <p:nvPr/>
        </p:nvSpPr>
        <p:spPr>
          <a:xfrm>
            <a:off x="11644884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9" name="Shape 7"/>
          <p:cNvSpPr/>
          <p:nvPr/>
        </p:nvSpPr>
        <p:spPr>
          <a:xfrm>
            <a:off x="11644884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COMO FUNCIONA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rosto na sala ao nome na tela.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Cenário: um ambiente com 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sistema precisa reconhecer cada uma e decidir se é autorizada.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3774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6974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3C3328"/>
          </a:solidFill>
          <a:ln w="15875">
            <a:solidFill>
              <a:srgbClr val="FFB6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37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de cada pessoa autorizada vira uma "assinatura" numérica do rosto.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6974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3C3328"/>
          </a:solidFill>
          <a:ln w="15875">
            <a:solidFill>
              <a:srgbClr val="FFB6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no ambiente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337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nano localiza cada rosto no vídeo, mesmo com várias pessoas juntas.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2519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57200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3C3328"/>
          </a:solidFill>
          <a:ln w="15875">
            <a:solidFill>
              <a:srgbClr val="FFB6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e compara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mantém o ID de cada um; o rosto é comparado com o cadastro.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2519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457200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3C3328"/>
          </a:solidFill>
          <a:ln w="15875">
            <a:solidFill>
              <a:srgbClr val="FFB6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 (nome na tela) ou desconhecido (alerta e registro do evento).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Auditix AI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994392" y="6080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4" name="Shape 2"/>
          <p:cNvSpPr/>
          <p:nvPr/>
        </p:nvSpPr>
        <p:spPr>
          <a:xfrm>
            <a:off x="11183112" y="411480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5" name="Shape 3"/>
          <p:cNvSpPr/>
          <p:nvPr/>
        </p:nvSpPr>
        <p:spPr>
          <a:xfrm>
            <a:off x="11644884" y="41148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6405372"/>
            <a:ext cx="502920" cy="41148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9" name="Shape 7"/>
          <p:cNvSpPr/>
          <p:nvPr/>
        </p:nvSpPr>
        <p:spPr>
          <a:xfrm>
            <a:off x="11644884" y="5943600"/>
            <a:ext cx="41148" cy="502920"/>
          </a:xfrm>
          <a:prstGeom prst="rect">
            <a:avLst/>
          </a:prstGeom>
          <a:solidFill>
            <a:srgbClr val="1D7C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TECNOLOGIA E PRÓXIMOS PASSOS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local, sem nuvem.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no </a:t>
            </a:r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AIBOX</a:t>
            </a:r>
            <a:pPr indent="0" marL="0">
              <a:buNone/>
            </a:pPr>
            <a:r>
              <a:rPr lang="en-US" sz="16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(Edge AI) deixa a resposta rápida e mantém as imagens no próprio ambiente (privacidade e LGPD).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423160"/>
            <a:ext cx="5120640" cy="3520440"/>
          </a:xfrm>
          <a:prstGeom prst="roundRect">
            <a:avLst>
              <a:gd name="adj" fmla="val 2338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7889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1383E"/>
          </a:solidFill>
          <a:ln w="15875">
            <a:solidFill>
              <a:srgbClr val="2EE6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FIZEMOS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2900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reconhecimento escrito (detectar, seguir e comparar)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leve: YOLO nano (detecção) + ByteTrack (tracking)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E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definido: OpenCV, FastAPI e SQLite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5440680"/>
            <a:ext cx="1120140" cy="384048"/>
          </a:xfrm>
          <a:prstGeom prst="roundRect">
            <a:avLst>
              <a:gd name="adj" fmla="val 47619"/>
            </a:avLst>
          </a:prstGeom>
          <a:solidFill>
            <a:srgbClr val="0B1220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544068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nano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9172" y="5440680"/>
            <a:ext cx="1120140" cy="384048"/>
          </a:xfrm>
          <a:prstGeom prst="roundRect">
            <a:avLst>
              <a:gd name="adj" fmla="val 47619"/>
            </a:avLst>
          </a:prstGeom>
          <a:solidFill>
            <a:srgbClr val="0B1220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19172" y="544068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03904" y="5440680"/>
            <a:ext cx="832104" cy="384048"/>
          </a:xfrm>
          <a:prstGeom prst="roundRect">
            <a:avLst>
              <a:gd name="adj" fmla="val 47619"/>
            </a:avLst>
          </a:prstGeom>
          <a:solidFill>
            <a:srgbClr val="0B1220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03904" y="544068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2423160"/>
            <a:ext cx="5120640" cy="3520440"/>
          </a:xfrm>
          <a:prstGeom prst="roundRect">
            <a:avLst>
              <a:gd name="adj" fmla="val 2338"/>
            </a:avLst>
          </a:prstGeom>
          <a:solidFill>
            <a:srgbClr val="111E33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1112" y="27889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373027"/>
          </a:solidFill>
          <a:ln w="15875">
            <a:solidFill>
              <a:srgbClr val="FFB6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11112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342900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no AIBOX e conectar a câmera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as pessoas autorizadas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reconhecimento no ambiente real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56832" y="5440680"/>
            <a:ext cx="1312164" cy="384048"/>
          </a:xfrm>
          <a:prstGeom prst="roundRect">
            <a:avLst>
              <a:gd name="adj" fmla="val 47619"/>
            </a:avLst>
          </a:prstGeom>
          <a:solidFill>
            <a:srgbClr val="0B1220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56832" y="544068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reconhecido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3588" y="5440680"/>
            <a:ext cx="1408176" cy="384048"/>
          </a:xfrm>
          <a:prstGeom prst="roundRect">
            <a:avLst>
              <a:gd name="adj" fmla="val 47619"/>
            </a:avLst>
          </a:prstGeom>
          <a:solidFill>
            <a:srgbClr val="0B1220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33588" y="544068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desconhecido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06356" y="5440680"/>
            <a:ext cx="832104" cy="384048"/>
          </a:xfrm>
          <a:prstGeom prst="roundRect">
            <a:avLst>
              <a:gd name="adj" fmla="val 47619"/>
            </a:avLst>
          </a:prstGeom>
          <a:solidFill>
            <a:srgbClr val="0B1220"/>
          </a:solidFill>
          <a:ln w="15875">
            <a:solidFill>
              <a:srgbClr val="2234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06356" y="544068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Auditix AI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994392" y="6080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E6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r" indent="0" marL="0">
              <a:buNone/>
            </a:pPr>
            <a:r>
              <a:rPr lang="en-US" sz="1100" dirty="0">
                <a:solidFill>
                  <a:srgbClr val="9F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2026-08-31T23:23:13Z</dcterms:created>
  <dcterms:modified xsi:type="dcterms:W3CDTF">2026-08-31T23:23:13Z</dcterms:modified>
</cp:coreProperties>
</file>